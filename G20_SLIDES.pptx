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Segoe UI"/>
              </a:rPr>
              <a:t>Case G20 — 3 Lớp Memory Trong 1 Câu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4748B"/>
                </a:solidFill>
                <a:latin typeface="Segoe UI"/>
              </a:rPr>
              <a:t>Short-term + Long-term + Semantic phối hợp với nhau như thế nào?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3794760"/>
            <a:ext cx="237744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SHORT-TERM · thread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910328" y="3794760"/>
            <a:ext cx="237744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LONG-TERM ·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16952" y="3794760"/>
            <a:ext cx="237744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SEMANTIC · KB chung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937760"/>
            <a:ext cx="324612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Golden 20/20  ·  +10 điểm  · 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Bài toán của G20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Một câu hỏi cần 3 nguồn thông tin khác nhau — mỗi marker đến từ một lớp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/>
              </a:rPr>
              <a:t>Câu hỏi (rút gọn):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Segoe UI"/>
              </a:rPr>
              <a:t>“Trong thread này mình vừa nhắc constraint giờ standup... ghép 3 mảnh: constraint còn hiệu lực trong thread, stack bắt buộc của backend công ty, và cách đánh dấu request payment để không trùng đơn.”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356616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Segoe UI"/>
              </a:rPr>
              <a:t>HOLD-ALPHA-0900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Giờ standup 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Trong thread hiện tại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306324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063240"/>
            <a:ext cx="356616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LONG-TERM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9669"/>
                </a:solidFill>
                <a:latin typeface="Segoe UI"/>
              </a:rPr>
              <a:t>NestJS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Stack backend BLUEBIRD-42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Hồ sơ của Minh (Zep)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3063240"/>
            <a:ext cx="3566160" cy="1965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3063240"/>
            <a:ext cx="356616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Segoe UI"/>
              </a:rPr>
              <a:t>Idempotency-Key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Chống trùng đơn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Kiến thức dùng chung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57800"/>
            <a:ext cx="11064240" cy="6858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Segoe UI"/>
              </a:rPr>
              <a:t>❌ LOTUS-88 (dự án của Lan) KHÔNG được xuất hiện — kiểm tra user isolation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Luồng xử lý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Evaluator gọi 3 layer theo retrieve_layers, gộp theo budget, rồi chấm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3832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1. Short-term 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14 tin nhắn của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→ compaction → durable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9202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3832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2. Long-term (Zep)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User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→ Context Block +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2024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97706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338328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3. Semantic (Zep)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057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KB dùng chung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→ document PAYMENT-RULE-3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566160"/>
            <a:ext cx="9784080" cy="6858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75887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ContextBudgetManager — 10% / 4% / 3% / 3% + thứ tự ưu tiên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246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663440"/>
            <a:ext cx="9784080" cy="822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✓ Scorer: HOLD-ALPHA-0900 ✓ NestJS ✓ Idempotency-Key ✓ không có LOTUS-88 →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Ghi chú: episodic = 0 vì G20 không yêu cầu — chỉ 3 layer trên được gọi.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Lớp 1 — Short-term: giữ constraint dù thread dài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Không gọi Zep — ShortTermMemory local (sliding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Đầu vào: 14 tin nhắn (fixture)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• 1 constraint:  “Constraint HOLD-ALPHA-0900: standup is 09:00 sharp...”
• 1 lời xác nhận:  “Noted standup constraint.”
• 12 tin filler (spacing, CSS, tests...)
Sliding window giữ 6 turn gần nhất.
12 tin filler bị nén/evict → 8 lần compaction.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3017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Đầu ra: durable notes giữ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extract_durable_notes chỉ “thăng cấp” tin có dấu hiệu bền vững:
từ khoá (constraint, deadline, todo...) hoặc MÃ VIẾT HOA.
→ 2 durable notes: constraint + lời xác nhận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83280"/>
            <a:ext cx="493776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 HOLD-ALPHA-0900 nằm trong DURABLE_NOTES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64240" cy="6858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Con số: 169 / 800 token (không cần trim) · messages_kept 6 · durable_notes 2 · compactions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/>
              </a:rPr>
              <a:t>Bài học: compaction không phải tóm tắt văn hoa — nó ưu tiên state, decision, constraint.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Lớp 2 — Long-term: nhớ stack của từng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Zep user graph → Context Block + fact edges (kèm valid_at / invalid_at)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Segoe UI"/>
              </a:rPr>
              <a:t>NestJS đến từ đâu?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Stage 3:  “...BLUEBIRD-42, backend bắt buộc dùng TypeScript với NestJS; không dùng Python...”
→ Zep trích thành fact edge:  “Minh Nguyen requires NestJS for the BLUEBIRD-42 project backend.”
→ Context Block USER_SUMMARY cũng lặp lại: “backend must use TypeScript with NestJS”
   → có 2 nguồn, chắc chắn hơn.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11064240" cy="6858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Recency: constraint mới theo dự án (BLUEBIRD-42 → NestJS) thắng preference chung (Python) đúng scope project đó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11064240" cy="6858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 NestJS có mặt (facts + Context Block)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/>
              </a:rPr>
              <a:t>Con số: raw 1403 token → trim còn 325 (giữ ĐẦU + ĐUÔI — marker có thể nằm ở cuối danh sách fact)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Segoe UI"/>
              </a:rPr>
              <a:t>Mẹo: Zep có thể đánh dấu fact invalid_at (quirk) — nhưng marker vẫn còn nhờ nguồn thứ 2 (redundancy).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Lớp 3 — Semantic: kiến thức dùng chung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Không thuộc riêng Minh hay Lan — search bằng graph_id, scope=“episodes”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Nguồn: data/knowledge.jsonl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• kb-payment-retry  → PAYMENT-RULE-3
• kb-async-http  → CONN-POOL-FIRST
• kb-memory-privacy  → DELETE-VERIFY-ALL
• kb-context-budget  → BUDGET-10-4-3-3
Mỗi doc được seed 2 lần (JSON + text) → code dedupe, chỉ giữ summary.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834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813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Segoe UI"/>
              </a:rPr>
              <a:t>Evidence thật trả về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74519"/>
            <a:ext cx="4937760" cy="18288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"/>
              </a:rPr>
              <a:t>“For POST /payments, every retryable request MUST send the same Idempotency-Key...
Marker: PAYMENT-RULE-3.”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11064240" cy="68580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99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"/>
              </a:rPr>
              <a:t>Tại sao scope=“episodes”: giữ marker NGUYÊN VĂN (Idempotency-Key, PAYMENT-RULE-3). scope=“auto” chỉ trả fact, dễ mất mã literal.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94960"/>
            <a:ext cx="11064240" cy="685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 Idempotency-Key có mặt · 97 / 240 token (không cần trim)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Những con số thật (reports/golden_benchmark.json)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Budget 10/4/3/3 của 8000 token → 800 / 320 / 240 / 240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527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1527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0064" y="1527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Dùng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1527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Ghi chú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11064240" cy="64008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75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Short-term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075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075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169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2075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169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075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khớp budget, không trim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11064240" cy="64008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Long-term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320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1403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325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761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trim giữ đầu + đuôi (+5 token nhãn)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291840"/>
            <a:ext cx="11064240" cy="640080"/>
          </a:xfrm>
          <a:prstGeom prst="round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47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Episodic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4368" y="3447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447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4" y="3447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34472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G20 không yêu cầu layer này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977639"/>
            <a:ext cx="11064240" cy="640080"/>
          </a:xfrm>
          <a:prstGeom prst="round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Semantic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240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4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"/>
              </a:rPr>
              <a:t>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dedupe JSON/text → khớp budget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8056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572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Latency: 1641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937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get_user_context là call đắt nhất (~0.6-0.9s) + 2 graph 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48056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572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610 / 632 token · reduction 3.5%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937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Thấp vì phải phủ 3 layer — cắt ít nhưng ĐÚNG hơn cắt nhiều mà SAI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Segoe UI"/>
              </a:rPr>
              <a:t>Đối chiếu: no-memory reduction ~82% nhưng chỉ pass 2/11 — cắt hết rẻ, nhưng sai.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Vì sao PASS và 3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28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0058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✓ 3/3 marker có mặt (HOLD-ALPHA-0900 · NestJS · Idempotency-Key) và 0 forbidden (LOTUS-88) →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0720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1. Scope là tường lửa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Short-term đọc đúng thread · long-term chỉ user minh-lab17 · semantic chỉ graph_id dùng chung → dữ liệu của Lan không bao giờ lọt vào.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4164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2. Trim phải giữ cả 2 đầu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Marker có thể nằm ở ĐẦU (user summary) hoặc ĐUÔI (fact cuối, marker cuối doc). Trim giữ đầu + đuôi 70/30 thay vì cắt hết đuôi.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66360"/>
            <a:ext cx="110642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760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3. Redundancy cứu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Cùng một thông tin xuất hiện ở nhiều nơi (facts + Context Block) → kể cả khi Zep đánh dấu invalid_at, marker vẫn còn để chấm.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Segoe UI"/>
              </a:rPr>
              <a:t>Tổng kết: G20 = một câu hỏi, ba nguồn nhớ, một budget chung — đúng scope + đủ marker =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G20 · Lab 17 Multi-Memory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10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Segoe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